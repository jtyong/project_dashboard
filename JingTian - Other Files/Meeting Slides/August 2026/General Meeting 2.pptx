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6" r:id="rId2"/>
    <p:sldId id="257" r:id="rId3"/>
    <p:sldId id="267" r:id="rId4"/>
    <p:sldId id="268" r:id="rId5"/>
    <p:sldId id="262" r:id="rId6"/>
    <p:sldId id="265" r:id="rId7"/>
    <p:sldId id="266" r:id="rId8"/>
    <p:sldId id="264" r:id="rId9"/>
    <p:sldId id="258" r:id="rId10"/>
    <p:sldId id="260" r:id="rId11"/>
    <p:sldId id="261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1C5E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B55DF-D993-F6A8-16C2-7748383948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641F8-CC6E-78B6-3539-0F89C92D95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20EC-563B-436C-8BA1-09516E7091FB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EAC0E-C54C-0C1C-C5DF-87F74F6341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87CC5-423F-D988-021B-31C0E97ACE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7B2D4-EB8E-458B-BBB1-3297088370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947095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863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30BB7C-BAB2-BA36-AB2A-7CB7B3113F01}"/>
              </a:ext>
            </a:extLst>
          </p:cNvPr>
          <p:cNvSpPr/>
          <p:nvPr userDrawn="1"/>
        </p:nvSpPr>
        <p:spPr>
          <a:xfrm>
            <a:off x="1132114" y="674007"/>
            <a:ext cx="9927771" cy="56823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E3099-8BB8-6CD2-B642-5BDB9C84D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</p:spPr>
        <p:txBody>
          <a:bodyPr anchor="b"/>
          <a:lstStyle>
            <a:lvl1pPr algn="ctr">
              <a:defRPr sz="6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r>
              <a:rPr lang="en-US"/>
              <a:t>Click to edit 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DA07C-3C2A-AA49-8092-99B20E79F4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21B00-ECD9-8258-935B-80202273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926FC-4651-063B-E96A-6338235C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173D-E653-7EC8-B14B-231EE14B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46539-0FDD-EE49-CDF0-CCF16434E773}"/>
              </a:ext>
            </a:extLst>
          </p:cNvPr>
          <p:cNvSpPr txBox="1"/>
          <p:nvPr userDrawn="1"/>
        </p:nvSpPr>
        <p:spPr>
          <a:xfrm>
            <a:off x="1524000" y="5377543"/>
            <a:ext cx="369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Jing Tian Yong</a:t>
            </a:r>
            <a:endParaRPr lang="en-MY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77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DFB5-14CF-2A52-A9E7-B20BA950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5CDD4-83DC-B519-51A6-7B56650F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0F5D-DC83-691B-45F4-60496737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97FF2-249F-A0E0-C9D3-DB00CC91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D4A0-18C3-87CB-6757-2EBD11FC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430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C0D6-6751-C7D5-090A-FAC7336E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687F4-6577-4881-D9F8-5E2CA2C1A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96A60-F17F-1C57-B84A-E1571675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A4D56-DACA-FDD8-F7A5-F160FD3B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DDC31-E638-AD0C-A4FC-2C5E7D1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944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5470-8FFA-9A4B-FA9D-36E1FACD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4F62-B37A-17F4-1455-77B6673C9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92784-42DB-7175-D41B-47437623A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BB344-6A06-671B-595D-F5FC4F85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9ACAD-6740-81C7-324B-EF06862D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9DC9A-AF60-4185-745C-92DA2E2F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12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9995-9D66-CCFC-7772-EA12C8AC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E658A-E1DC-C65B-83B2-A5E782F38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4B495-2BB5-3715-0AE5-E459B6488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48B3F-04FD-098F-04E3-DF87BB546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5F02F-B658-FE69-2BBC-D776FC908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0518E-E581-6F17-48D9-20DAB6AF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F435A-7FB8-DE59-679A-7693AF7E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00C56-F7F9-B7FA-3B6F-89EE270D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398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D453-218E-B3E1-9EDB-CE3C8F23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28047-6665-EC03-D33C-B6DD0B07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42DFB-ADA0-CF0D-52BB-722A4AAE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D8F72-45C8-A71F-98A4-731B16FC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652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32B89-B39A-8E74-AFBE-66BB9228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90A54-5329-9646-9B1A-870BE7EF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0B4DC-DBAC-30D9-705B-7700D488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6649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AA58-2A90-6372-107B-F717C575B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30936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sz="3000" baseline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 (Definition, Lemma, Theorem, Corollary)</a:t>
            </a:r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0349F-60A0-189E-09A8-C91BB122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54F7-1E50-C6B9-A2DD-E1B2314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45FB-35ED-2C3C-BF27-776CB073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ED9F0C-ED35-44A8-9214-FBB99F6BE324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113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1184D4-B395-545E-C6BA-E6C84D212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630133" y="963133"/>
            <a:ext cx="4931734" cy="4931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15AA58-2A90-6372-107B-F717C575B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30936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>
            <a:lvl1pPr>
              <a:defRPr sz="3000" baseline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 (Definition, Lemma, Theorem, Corollary)</a:t>
            </a:r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0349F-60A0-189E-09A8-C91BB122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54F7-1E50-C6B9-A2DD-E1B2314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45FB-35ED-2C3C-BF27-776CB073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ED9F0C-ED35-44A8-9214-FBB99F6BE324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827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AA58-2A90-6372-107B-F717C575B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30936"/>
          </a:xfrm>
          <a:solidFill>
            <a:srgbClr val="421C5E"/>
          </a:solidFill>
          <a:ln>
            <a:solidFill>
              <a:srgbClr val="421C5E"/>
            </a:solidFill>
          </a:ln>
        </p:spPr>
        <p:txBody>
          <a:bodyPr/>
          <a:lstStyle>
            <a:lvl1pPr>
              <a:defRPr sz="3000" baseline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 (remarks)</a:t>
            </a:r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0349F-60A0-189E-09A8-C91BB122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54F7-1E50-C6B9-A2DD-E1B2314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45FB-35ED-2C3C-BF27-776CB073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ED9F0C-ED35-44A8-9214-FBB99F6BE324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927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AA58-2A90-6372-107B-F717C575B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30936"/>
          </a:xfr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3000" baseline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 (Examples)</a:t>
            </a:r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0349F-60A0-189E-09A8-C91BB122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54F7-1E50-C6B9-A2DD-E1B2314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45FB-35ED-2C3C-BF27-776CB073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ED9F0C-ED35-44A8-9214-FBB99F6BE324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3025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AA58-2A90-6372-107B-F717C575B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630936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/>
          <a:lstStyle>
            <a:lvl1pPr>
              <a:defRPr sz="3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 (Questions)</a:t>
            </a:r>
            <a:endParaRPr lang="en-M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0349F-60A0-189E-09A8-C91BB122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C54F7-1E50-C6B9-A2DD-E1B2314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45FB-35ED-2C3C-BF27-776CB073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AED9F0C-ED35-44A8-9214-FBB99F6BE324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4522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561C-9F73-1780-562F-82A3E540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EFE52-8BE3-CC09-7C7D-1912572F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1B0F4-F126-EC83-EF84-D5D3D118B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091C5-01B2-E89A-AB95-44251E09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412AD-6ED7-AD8E-691E-98CEB12F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3E65E-3AB7-E9B3-9C1F-E2AA4A7D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26763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5CAC-EAF5-66F7-B5E4-CE9784B1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FBE08-1EBF-FBAC-7FBF-74D5A70B2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CDF58-AB1F-4E0E-20E1-2FA48C10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31004-7F83-763F-DE7F-56E1790A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18C39-46B6-CC4A-9158-1E1505D2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EA566-5806-E215-9D62-FCF6B47B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5864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01F2-CB78-07EE-FC3D-FD67CE31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9F05F-C0B0-1A09-269E-23E4DC2A8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20FDD-2353-5AEF-0373-23CA6DB7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17BE-F4F0-859B-E370-28732FC6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2397-3405-AEAC-A6D9-B9C0D51F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78031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03F3F-0CBE-5EC2-2F63-497627BEB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3F010-6E8A-0936-629D-41419547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A8D3C-BB7C-66D6-6617-A67A1A6E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CCDF-CE62-5AFE-6B7C-10DD476D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A4B0A-D1D4-0AEA-74A4-5D85C567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720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555DC-7446-94E2-EE47-A2554037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09F9C-F5EA-B970-8B52-14201B5BC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7941B-2096-B582-D3F7-B785F5B33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99067-B67D-48E2-9A58-9A7CC94C9331}" type="datetimeFigureOut">
              <a:rPr lang="en-MY" smtClean="0"/>
              <a:t>28/8/2026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F5B8C-72D1-D52A-1690-1EFDC611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19FC5-3F72-1D90-3304-3DD22769E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D9F0C-ED35-44A8-9214-FBB99F6BE32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770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4" r:id="rId10"/>
    <p:sldLayoutId id="2147483663" r:id="rId11"/>
    <p:sldLayoutId id="2147483662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hyperlink" Target="https://github.com/JTYONG/Project_Dashboard.git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teams.live.com/l/community/FEAfaroFdf4tf4ucA" TargetMode="Externa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siphoxhealth.com/portal/wearable" TargetMode="External"/><Relationship Id="rId3" Type="http://schemas.openxmlformats.org/officeDocument/2006/relationships/hyperlink" Target="https://app.siphoxhealth.com/portal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hyperlink" Target="https://siphoxhealth.com/" TargetMode="External"/><Relationship Id="rId10" Type="http://schemas.openxmlformats.org/officeDocument/2006/relationships/hyperlink" Target="https://github.com/search?q=SiPhox+Health&amp;type=repositories" TargetMode="External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result.a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hyperlink" Target="https://docus.ai/lab-test-interpretation/blood-test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ww.kantesti.net/" TargetMode="External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393B-8804-7272-ABDF-608B5B7FC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4400" b="0" dirty="0"/>
              <a:t>Meeting</a:t>
            </a:r>
            <a:endParaRPr lang="en-MY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C0879-6479-71E5-49DA-4DE7B5841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5038"/>
            <a:ext cx="9144000" cy="465137"/>
          </a:xfrm>
        </p:spPr>
        <p:txBody>
          <a:bodyPr/>
          <a:lstStyle/>
          <a:p>
            <a:r>
              <a:rPr lang="en-MY" dirty="0"/>
              <a:t>Dashboard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04CCC-A5AB-0BFB-31CD-8FA51511A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8" y="1506350"/>
            <a:ext cx="2006082" cy="2006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704E34-9991-2FD2-AFD9-19251DC48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052" y="1883919"/>
            <a:ext cx="2076190" cy="1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5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0ED3-C97C-02E0-8544-0C4D9ACB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7D68-1ADC-8471-DC2C-06CA0E6B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65" y="1439704"/>
            <a:ext cx="10375202" cy="198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50E7-5B33-83EF-3A06-527740FC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Platform </a:t>
            </a:r>
            <a:endParaRPr lang="en-MY" dirty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0A233AF-F528-7BD5-6351-AC271DB67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50" y="4071914"/>
            <a:ext cx="6457889" cy="25808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FB47D9-997B-E34B-2C74-C3713DA014AD}"/>
              </a:ext>
            </a:extLst>
          </p:cNvPr>
          <p:cNvSpPr/>
          <p:nvPr/>
        </p:nvSpPr>
        <p:spPr>
          <a:xfrm>
            <a:off x="289250" y="3671804"/>
            <a:ext cx="27943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Code and Structural Files</a:t>
            </a:r>
            <a:endParaRPr lang="en-US" sz="2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2124C-879B-AA4A-8823-8F1D85754371}"/>
              </a:ext>
            </a:extLst>
          </p:cNvPr>
          <p:cNvSpPr/>
          <p:nvPr/>
        </p:nvSpPr>
        <p:spPr>
          <a:xfrm>
            <a:off x="289250" y="830992"/>
            <a:ext cx="38042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and  Communication</a:t>
            </a:r>
            <a:endParaRPr lang="en-US" sz="2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F71640A7-6E14-0C17-0343-A8786E2B4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217" y="830992"/>
            <a:ext cx="5476924" cy="2899201"/>
          </a:xfrm>
          <a:prstGeom prst="rect">
            <a:avLst/>
          </a:prstGeom>
        </p:spPr>
      </p:pic>
      <p:pic>
        <p:nvPicPr>
          <p:cNvPr id="6146" name="Picture 2" descr="Lark – G-AsiaPacific">
            <a:extLst>
              <a:ext uri="{FF2B5EF4-FFF2-40B4-BE49-F238E27FC236}">
                <a16:creationId xmlns:a16="http://schemas.microsoft.com/office/drawing/2014/main" id="{AD458C85-7A49-6DEB-2FD2-599FF57C8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0756"/>
            <a:ext cx="2295330" cy="229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lack Review: The Top Team Communication App for the Workplace | PCMag">
            <a:extLst>
              <a:ext uri="{FF2B5EF4-FFF2-40B4-BE49-F238E27FC236}">
                <a16:creationId xmlns:a16="http://schemas.microsoft.com/office/drawing/2014/main" id="{BE30895A-BAD5-5C57-599C-15003F5FE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25" y="2130031"/>
            <a:ext cx="1521973" cy="85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A54C68-34D9-7E41-35AC-6196DEB00BF1}"/>
              </a:ext>
            </a:extLst>
          </p:cNvPr>
          <p:cNvSpPr/>
          <p:nvPr/>
        </p:nvSpPr>
        <p:spPr>
          <a:xfrm>
            <a:off x="289250" y="1324947"/>
            <a:ext cx="1903444" cy="1576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FEFF0-CA90-376E-27C0-4DAF36837A24}"/>
              </a:ext>
            </a:extLst>
          </p:cNvPr>
          <p:cNvSpPr/>
          <p:nvPr/>
        </p:nvSpPr>
        <p:spPr>
          <a:xfrm>
            <a:off x="217859" y="2879931"/>
            <a:ext cx="2591415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*Surveyed by Aleister, Thanks.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0" name="Picture 6" descr="Microsoft Teams | Thomas-Krenn.AG">
            <a:extLst>
              <a:ext uri="{FF2B5EF4-FFF2-40B4-BE49-F238E27FC236}">
                <a16:creationId xmlns:a16="http://schemas.microsoft.com/office/drawing/2014/main" id="{30E26238-94CD-73E9-8A02-6941B7F49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817" y="1463492"/>
            <a:ext cx="1842516" cy="143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9DCDDC-87C3-AE6E-490D-8DD2068439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341" y="3930248"/>
            <a:ext cx="4974699" cy="22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7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A066-91E0-C0A3-A819-48467825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Structural </a:t>
            </a:r>
            <a:endParaRPr lang="en-MY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E6D82-8AAD-BD21-B7FE-198F0E718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425677"/>
              </p:ext>
            </p:extLst>
          </p:nvPr>
        </p:nvGraphicFramePr>
        <p:xfrm>
          <a:off x="511110" y="1027575"/>
          <a:ext cx="7858449" cy="514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483">
                  <a:extLst>
                    <a:ext uri="{9D8B030D-6E8A-4147-A177-3AD203B41FA5}">
                      <a16:colId xmlns:a16="http://schemas.microsoft.com/office/drawing/2014/main" val="3191354115"/>
                    </a:ext>
                  </a:extLst>
                </a:gridCol>
                <a:gridCol w="2619483">
                  <a:extLst>
                    <a:ext uri="{9D8B030D-6E8A-4147-A177-3AD203B41FA5}">
                      <a16:colId xmlns:a16="http://schemas.microsoft.com/office/drawing/2014/main" val="224209460"/>
                    </a:ext>
                  </a:extLst>
                </a:gridCol>
                <a:gridCol w="2619483">
                  <a:extLst>
                    <a:ext uri="{9D8B030D-6E8A-4147-A177-3AD203B41FA5}">
                      <a16:colId xmlns:a16="http://schemas.microsoft.com/office/drawing/2014/main" val="2036029648"/>
                    </a:ext>
                  </a:extLst>
                </a:gridCol>
              </a:tblGrid>
              <a:tr h="1287322"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Language/Tools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248257"/>
                  </a:ext>
                </a:extLst>
              </a:tr>
              <a:tr h="1287322"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26235"/>
                  </a:ext>
                </a:extLst>
              </a:tr>
              <a:tr h="1287322"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15914"/>
                  </a:ext>
                </a:extLst>
              </a:tr>
              <a:tr h="1287322">
                <a:tc>
                  <a:txBody>
                    <a:bodyPr/>
                    <a:lstStyle/>
                    <a:p>
                      <a:pPr algn="ctr"/>
                      <a:r>
                        <a:rPr lang="en-M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M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02263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1619412-A3ED-265E-E7D2-0A0AB06E4AE8}"/>
              </a:ext>
            </a:extLst>
          </p:cNvPr>
          <p:cNvGrpSpPr/>
          <p:nvPr/>
        </p:nvGrpSpPr>
        <p:grpSpPr>
          <a:xfrm>
            <a:off x="3167648" y="2346500"/>
            <a:ext cx="1605575" cy="544388"/>
            <a:chOff x="3195640" y="2365161"/>
            <a:chExt cx="1605575" cy="544388"/>
          </a:xfrm>
        </p:grpSpPr>
        <p:pic>
          <p:nvPicPr>
            <p:cNvPr id="5" name="Picture 2" descr="HTML - Wikipedia">
              <a:extLst>
                <a:ext uri="{FF2B5EF4-FFF2-40B4-BE49-F238E27FC236}">
                  <a16:creationId xmlns:a16="http://schemas.microsoft.com/office/drawing/2014/main" id="{D770258A-FF3F-FE9E-F714-F6B95D8931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5640" y="2365165"/>
              <a:ext cx="544382" cy="544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2258CF1-9BE2-A01D-E920-080F2A3A3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7999" y="2365165"/>
              <a:ext cx="544384" cy="544384"/>
            </a:xfrm>
            <a:prstGeom prst="rect">
              <a:avLst/>
            </a:prstGeom>
          </p:spPr>
        </p:pic>
        <p:pic>
          <p:nvPicPr>
            <p:cNvPr id="8196" name="Picture 4" descr="JavaScript | Coding Help Wiki | Fandom">
              <a:extLst>
                <a:ext uri="{FF2B5EF4-FFF2-40B4-BE49-F238E27FC236}">
                  <a16:creationId xmlns:a16="http://schemas.microsoft.com/office/drawing/2014/main" id="{500FFCAF-9A99-4F39-5B86-3CF4687A5B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830" y="2365161"/>
              <a:ext cx="544385" cy="544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98" name="Picture 6" descr="Markdown - Markdown | JetBrains Marketplace">
            <a:extLst>
              <a:ext uri="{FF2B5EF4-FFF2-40B4-BE49-F238E27FC236}">
                <a16:creationId xmlns:a16="http://schemas.microsoft.com/office/drawing/2014/main" id="{FA3B74A5-CD70-1F06-C926-CD4E28D7D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367" y="1339962"/>
            <a:ext cx="3023118" cy="155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ntro to Markdown, Benefits &amp; Drawbacks">
            <a:extLst>
              <a:ext uri="{FF2B5EF4-FFF2-40B4-BE49-F238E27FC236}">
                <a16:creationId xmlns:a16="http://schemas.microsoft.com/office/drawing/2014/main" id="{6C53CA88-D3E0-4B8C-DA25-A95B89B7B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881" y="2967228"/>
            <a:ext cx="981580" cy="50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Intro to Markdown, Benefits &amp; Drawbacks">
            <a:extLst>
              <a:ext uri="{FF2B5EF4-FFF2-40B4-BE49-F238E27FC236}">
                <a16:creationId xmlns:a16="http://schemas.microsoft.com/office/drawing/2014/main" id="{428768EC-E535-587C-F2DB-9698DC204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026" y="776454"/>
            <a:ext cx="981580" cy="50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Python (programming language) - Wikipedia">
            <a:extLst>
              <a:ext uri="{FF2B5EF4-FFF2-40B4-BE49-F238E27FC236}">
                <a16:creationId xmlns:a16="http://schemas.microsoft.com/office/drawing/2014/main" id="{8B226DBF-D716-66E0-7585-839D5DFC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890" y="3602219"/>
            <a:ext cx="544385" cy="54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9033E77-2B3E-8C54-6BD7-09A0E78A77B5}"/>
              </a:ext>
            </a:extLst>
          </p:cNvPr>
          <p:cNvSpPr/>
          <p:nvPr/>
        </p:nvSpPr>
        <p:spPr>
          <a:xfrm>
            <a:off x="3638851" y="3746694"/>
            <a:ext cx="2441385" cy="3231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Especially if connect LLM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04" name="Picture 12" descr="C++ - Wikipedia">
            <a:extLst>
              <a:ext uri="{FF2B5EF4-FFF2-40B4-BE49-F238E27FC236}">
                <a16:creationId xmlns:a16="http://schemas.microsoft.com/office/drawing/2014/main" id="{7ED18AB7-4EBE-F62A-10B3-F34F6E938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890" y="4227774"/>
            <a:ext cx="559359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82AF7B-149A-8C03-154B-4D72591FBD9F}"/>
              </a:ext>
            </a:extLst>
          </p:cNvPr>
          <p:cNvSpPr/>
          <p:nvPr/>
        </p:nvSpPr>
        <p:spPr>
          <a:xfrm>
            <a:off x="5852143" y="4071563"/>
            <a:ext cx="244138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Still checking if need to combine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B9BDA5-E24B-31A9-461A-54CD7FA5E991}"/>
              </a:ext>
            </a:extLst>
          </p:cNvPr>
          <p:cNvSpPr/>
          <p:nvPr/>
        </p:nvSpPr>
        <p:spPr>
          <a:xfrm>
            <a:off x="4440334" y="5276427"/>
            <a:ext cx="2441385" cy="7848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Still haven’t check, sorry. Will update as soon as possible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27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38BB-981A-2E06-391E-D2BC0762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Web review – Has other ppl done similar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FAA401-1A06-069C-4556-B6733F3AD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4" y="1406267"/>
            <a:ext cx="5485929" cy="32491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1033871B-9C0A-B198-24A0-17AD011A3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" y="687602"/>
            <a:ext cx="2780395" cy="661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028E0C3-2DD2-2117-6BEF-DBF9F8E12F79}"/>
              </a:ext>
            </a:extLst>
          </p:cNvPr>
          <p:cNvGrpSpPr/>
          <p:nvPr/>
        </p:nvGrpSpPr>
        <p:grpSpPr>
          <a:xfrm>
            <a:off x="6035008" y="892797"/>
            <a:ext cx="5989041" cy="3547081"/>
            <a:chOff x="6202959" y="1855341"/>
            <a:chExt cx="5989041" cy="3547081"/>
          </a:xfrm>
        </p:grpSpPr>
        <p:pic>
          <p:nvPicPr>
            <p:cNvPr id="10" name="Picture 9">
              <a:hlinkClick r:id="rId5"/>
              <a:extLst>
                <a:ext uri="{FF2B5EF4-FFF2-40B4-BE49-F238E27FC236}">
                  <a16:creationId xmlns:a16="http://schemas.microsoft.com/office/drawing/2014/main" id="{99AFA0A6-33D8-05AC-ED5E-4850157DF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2959" y="1855341"/>
              <a:ext cx="5989041" cy="354708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4C417A-5A21-F11E-1EA3-37EC63C32DBF}"/>
                </a:ext>
              </a:extLst>
            </p:cNvPr>
            <p:cNvSpPr/>
            <p:nvPr/>
          </p:nvSpPr>
          <p:spPr>
            <a:xfrm>
              <a:off x="9377265" y="3228392"/>
              <a:ext cx="1586204" cy="4385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A89DD4F-6AC7-CC31-ACD2-8B17D843A501}"/>
                </a:ext>
              </a:extLst>
            </p:cNvPr>
            <p:cNvSpPr/>
            <p:nvPr/>
          </p:nvSpPr>
          <p:spPr>
            <a:xfrm>
              <a:off x="10099445" y="3628881"/>
              <a:ext cx="1478290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Membership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2EDDA1F-862F-6255-65BA-CF6178DAC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7433" y="252114"/>
            <a:ext cx="2416169" cy="1280605"/>
          </a:xfrm>
          <a:prstGeom prst="rect">
            <a:avLst/>
          </a:prstGeom>
          <a:ln w="38100" cap="sq">
            <a:solidFill>
              <a:srgbClr val="FFC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1F53F4-11D8-0B77-032E-1186F7644AE3}"/>
              </a:ext>
            </a:extLst>
          </p:cNvPr>
          <p:cNvSpPr/>
          <p:nvPr/>
        </p:nvSpPr>
        <p:spPr>
          <a:xfrm>
            <a:off x="4256701" y="975430"/>
            <a:ext cx="137409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20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Chatbox</a:t>
            </a:r>
            <a:endParaRPr 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F5DE3C-B0F1-F55A-F3D6-1FB668006394}"/>
              </a:ext>
            </a:extLst>
          </p:cNvPr>
          <p:cNvSpPr/>
          <p:nvPr/>
        </p:nvSpPr>
        <p:spPr>
          <a:xfrm>
            <a:off x="4394718" y="1406267"/>
            <a:ext cx="1193975" cy="3128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9" name="Picture 18">
            <a:hlinkClick r:id="rId8"/>
            <a:extLst>
              <a:ext uri="{FF2B5EF4-FFF2-40B4-BE49-F238E27FC236}">
                <a16:creationId xmlns:a16="http://schemas.microsoft.com/office/drawing/2014/main" id="{A379DC7E-EED7-E343-068E-3CCFDA704A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65" y="4797634"/>
            <a:ext cx="3405546" cy="2016975"/>
          </a:xfrm>
          <a:prstGeom prst="rect">
            <a:avLst/>
          </a:prstGeom>
        </p:spPr>
      </p:pic>
      <p:pic>
        <p:nvPicPr>
          <p:cNvPr id="21" name="Picture 20">
            <a:hlinkClick r:id="rId10"/>
            <a:extLst>
              <a:ext uri="{FF2B5EF4-FFF2-40B4-BE49-F238E27FC236}">
                <a16:creationId xmlns:a16="http://schemas.microsoft.com/office/drawing/2014/main" id="{95E789C8-B379-80BA-544F-7FC8B78F8E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705" y="4516054"/>
            <a:ext cx="6649615" cy="226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6C4F-8CB7-3808-52BA-8BE644B0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Web review – Has other ppl done similar things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223EE-B02B-E951-8B96-E10847BC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234" y="2008930"/>
            <a:ext cx="4143356" cy="2453952"/>
          </a:xfrm>
          <a:prstGeom prst="rect">
            <a:avLst/>
          </a:prstGeom>
        </p:spPr>
      </p:pic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0490922E-AA82-1E79-83F9-F0C663A01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84" y="1749488"/>
            <a:ext cx="5290640" cy="2972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D895FC-E6B1-E0B0-F477-36D23D4E4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83" y="771164"/>
            <a:ext cx="2915463" cy="75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1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2D3D-E2A6-6B58-7543-47511782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And more</a:t>
            </a: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DAB6A8B6-5549-B732-C56E-C2CCD8D0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70" y="2609952"/>
            <a:ext cx="2695238" cy="819048"/>
          </a:xfrm>
          <a:prstGeom prst="rect">
            <a:avLst/>
          </a:prstGeom>
        </p:spPr>
      </p:pic>
      <p:pic>
        <p:nvPicPr>
          <p:cNvPr id="6" name="Picture 5">
            <a:hlinkClick r:id="rId4"/>
            <a:extLst>
              <a:ext uri="{FF2B5EF4-FFF2-40B4-BE49-F238E27FC236}">
                <a16:creationId xmlns:a16="http://schemas.microsoft.com/office/drawing/2014/main" id="{94BFFC10-93CE-84F8-7918-F798E6439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75" y="1502711"/>
            <a:ext cx="2371429" cy="77142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1BD588E-F761-DEF0-4821-E91CAD1CA7A1}"/>
              </a:ext>
            </a:extLst>
          </p:cNvPr>
          <p:cNvGrpSpPr/>
          <p:nvPr/>
        </p:nvGrpSpPr>
        <p:grpSpPr>
          <a:xfrm>
            <a:off x="3316204" y="780640"/>
            <a:ext cx="7535479" cy="4477671"/>
            <a:chOff x="3316204" y="780640"/>
            <a:chExt cx="7535479" cy="44776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602262E-34D6-2FEF-1E89-23F499320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6204" y="780640"/>
              <a:ext cx="7535479" cy="447767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2CCFBD-8A10-27D3-06B3-7FA1899DC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5553" t="7954" r="27221" b="57955"/>
            <a:stretch/>
          </p:blipFill>
          <p:spPr>
            <a:xfrm>
              <a:off x="5346440" y="2901819"/>
              <a:ext cx="3769568" cy="1334361"/>
            </a:xfrm>
            <a:prstGeom prst="rect">
              <a:avLst/>
            </a:prstGeom>
            <a:ln w="38100" cap="sq">
              <a:solidFill>
                <a:srgbClr val="FF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57D935C-98FE-21B8-EDCB-327F737B6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44952" y="3911204"/>
              <a:ext cx="2675461" cy="949357"/>
            </a:xfrm>
            <a:prstGeom prst="rect">
              <a:avLst/>
            </a:prstGeom>
            <a:ln w="38100" cap="sq">
              <a:solidFill>
                <a:srgbClr val="FF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214C02-7C67-D117-A734-CD4BE77F0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95711" y="3651210"/>
              <a:ext cx="2318809" cy="1469344"/>
            </a:xfrm>
            <a:prstGeom prst="rect">
              <a:avLst/>
            </a:prstGeom>
            <a:ln w="38100" cap="sq">
              <a:solidFill>
                <a:srgbClr val="FF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2D4D04-56E0-BFA9-3919-B6E247AC23E1}"/>
                </a:ext>
              </a:extLst>
            </p:cNvPr>
            <p:cNvCxnSpPr/>
            <p:nvPr/>
          </p:nvCxnSpPr>
          <p:spPr>
            <a:xfrm flipV="1">
              <a:off x="7576457" y="4590661"/>
              <a:ext cx="532349" cy="1026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585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85A77-8FF6-2441-AB09-B166855B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2102-53AC-74CC-D1E7-5822E6718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4400" b="0" dirty="0"/>
              <a:t>Thanks</a:t>
            </a:r>
            <a:endParaRPr lang="en-MY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5A3F0-BB3D-3EA5-E800-8D6EA954B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02631"/>
            <a:ext cx="9144000" cy="465137"/>
          </a:xfrm>
        </p:spPr>
        <p:txBody>
          <a:bodyPr/>
          <a:lstStyle/>
          <a:p>
            <a:r>
              <a:rPr lang="en-MY" dirty="0" err="1"/>
              <a:t>QnA</a:t>
            </a:r>
            <a:r>
              <a:rPr lang="en-MY" dirty="0"/>
              <a:t>/</a:t>
            </a:r>
            <a:r>
              <a:rPr lang="en-US" altLang="zh-CN" dirty="0"/>
              <a:t>discussion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5338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20E9-7062-10BF-9ACB-E6C29BB9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Information from the team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5ADB2-B2DC-E490-BC99-DD601F282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9" y="1166327"/>
            <a:ext cx="3681043" cy="55237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788A7-B75C-ED1C-C64C-711DE9BF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94" y="1166327"/>
            <a:ext cx="3681043" cy="55237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1871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D6D6-ADD1-42BD-1E55-D1DC6DBA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Information from the team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A231F-06C4-2B66-1E7A-A832A288BF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23"/>
          <a:stretch/>
        </p:blipFill>
        <p:spPr>
          <a:xfrm>
            <a:off x="2887525" y="780229"/>
            <a:ext cx="6416949" cy="59871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EAC5CE-7B78-0B1E-F3C3-8CE17169D8F5}"/>
              </a:ext>
            </a:extLst>
          </p:cNvPr>
          <p:cNvSpPr/>
          <p:nvPr/>
        </p:nvSpPr>
        <p:spPr>
          <a:xfrm>
            <a:off x="9372845" y="6338891"/>
            <a:ext cx="1823000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 By Dexter, Thanks.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56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E6EE-EE40-8A68-007A-0BC1380E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Information from the team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362AC-DD1F-9500-7A95-C06E1EA3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162" y="-1"/>
            <a:ext cx="51435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45081C-AEED-D8A0-0C10-85025F8120A1}"/>
              </a:ext>
            </a:extLst>
          </p:cNvPr>
          <p:cNvSpPr/>
          <p:nvPr/>
        </p:nvSpPr>
        <p:spPr>
          <a:xfrm>
            <a:off x="5124839" y="6282908"/>
            <a:ext cx="1823000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 By Dexter, Thanks.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484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5880-8517-97B2-5E02-8DF99DED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Information from the team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ED333-A9A2-2A17-A10F-50EE1132B0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8" t="62313"/>
          <a:stretch/>
        </p:blipFill>
        <p:spPr>
          <a:xfrm>
            <a:off x="1414446" y="1035697"/>
            <a:ext cx="9363107" cy="52904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6AA048-A72C-FEBD-33D0-FB08E37E6D1A}"/>
              </a:ext>
            </a:extLst>
          </p:cNvPr>
          <p:cNvSpPr/>
          <p:nvPr/>
        </p:nvSpPr>
        <p:spPr>
          <a:xfrm>
            <a:off x="9120919" y="6407749"/>
            <a:ext cx="1823000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5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 By Dexter, Thanks.</a:t>
            </a:r>
            <a:endParaRPr lang="en-US" sz="15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31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893BE66C-445D-48C7-8A2A-C88BEAF53FAE}" vid="{7C01D347-1014-437E-831F-58981EA53E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YJT_XMUM Progress report  template</Template>
  <TotalTime>2975</TotalTime>
  <Words>113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KaiTi</vt:lpstr>
      <vt:lpstr>Arial</vt:lpstr>
      <vt:lpstr>Calibri</vt:lpstr>
      <vt:lpstr>Calibri Light</vt:lpstr>
      <vt:lpstr>Times New Roman</vt:lpstr>
      <vt:lpstr>Office Theme</vt:lpstr>
      <vt:lpstr>Meeting</vt:lpstr>
      <vt:lpstr>Content</vt:lpstr>
      <vt:lpstr>Working Platform </vt:lpstr>
      <vt:lpstr>Project Structural </vt:lpstr>
      <vt:lpstr>Web review – Has other ppl done similar things</vt:lpstr>
      <vt:lpstr>Web review – Has other ppl done similar things</vt:lpstr>
      <vt:lpstr>And more</vt:lpstr>
      <vt:lpstr>Thanks</vt:lpstr>
      <vt:lpstr>Information from the team </vt:lpstr>
      <vt:lpstr>Information from the team </vt:lpstr>
      <vt:lpstr>Information from the team </vt:lpstr>
      <vt:lpstr>Information from the team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2</cp:revision>
  <dcterms:created xsi:type="dcterms:W3CDTF">2026-08-28T11:39:05Z</dcterms:created>
  <dcterms:modified xsi:type="dcterms:W3CDTF">2026-08-30T13:14:40Z</dcterms:modified>
</cp:coreProperties>
</file>